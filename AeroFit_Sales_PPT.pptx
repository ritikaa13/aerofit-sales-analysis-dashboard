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76" r:id="rId6"/>
    <p:sldId id="277" r:id="rId7"/>
    <p:sldId id="278" r:id="rId8"/>
    <p:sldId id="279" r:id="rId9"/>
    <p:sldId id="285" r:id="rId10"/>
    <p:sldId id="286" r:id="rId11"/>
    <p:sldId id="284" r:id="rId12"/>
    <p:sldId id="270" r:id="rId13"/>
    <p:sldId id="281" r:id="rId14"/>
    <p:sldId id="280" r:id="rId15"/>
    <p:sldId id="282" r:id="rId16"/>
    <p:sldId id="28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021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265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52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862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10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472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30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497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10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36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826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2001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50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77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15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430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9189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340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248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0" y="1418406"/>
            <a:ext cx="7773338" cy="951865"/>
          </a:xfrm>
        </p:spPr>
        <p:txBody>
          <a:bodyPr anchor="b">
            <a:no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AEROFIT SALES ANALYSIS</a:t>
            </a:r>
            <a:b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DASHBOARD</a:t>
            </a:r>
            <a:endParaRPr lang="en-US" sz="2800" b="1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3001" y="3799785"/>
            <a:ext cx="5637997" cy="11391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Name:</a:t>
            </a:r>
            <a:r>
              <a:rPr lang="en-IN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Ritikaa Rajesh Mishra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en-US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Used:</a:t>
            </a:r>
            <a:r>
              <a:rPr lang="en-US" altLang="en-US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BI, Power Query, DAX</a:t>
            </a:r>
            <a:endParaRPr lang="en-US" altLang="en-US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0" y="479371"/>
            <a:ext cx="7773338" cy="802778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12A8F77-A835-ADEB-A488-C6C90A690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673" y="2252716"/>
            <a:ext cx="7848651" cy="2352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sales data using Power BI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an interactive sales dashboard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top-performing products and retailers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sales trends across different regions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 better business decision-making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18519"/>
            <a:ext cx="7773338" cy="703385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Overview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E8A6533-8DD3-5023-2020-B63363E0D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1" y="2009712"/>
            <a:ext cx="7773338" cy="3275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dataset contains sales-related information of a sportswear retail company 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includes data about products, retailers, regions, sales methods, and profits 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dataset helps analyze sales performance across different areas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was cleaned and transformed using Power Query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dashboard uses this data to generate interactive business insights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539006"/>
            <a:ext cx="7773338" cy="832592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&amp; Technologies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11EE437-F8BA-0114-73E3-21F512788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2" y="2484783"/>
            <a:ext cx="7773338" cy="1890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is used to create interactive dashboards and visualizations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Query is used for data cleaning and transformation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DAX is used to create calculated measures and KPIs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 dataset is used as the data source for analysis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FB243-4CBE-21F4-88FB-FCFEAF16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D75B4-25A1-3A30-AFBB-21BB8177D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2" y="539006"/>
            <a:ext cx="7773338" cy="832592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&amp; Preprocessing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CFC2816-C77A-7362-558D-37FAD7939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2" y="2252716"/>
            <a:ext cx="7773338" cy="2352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unnecessary columns and corrected data formats 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Checked for missing and duplicate values 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Transformed data using Power Query 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calculated measures and KPIs using DAX 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Prepared the dataset for dashboard visualization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434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86742-51F2-79BE-413B-1BB3598C5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6C0B5-5573-0F0D-826F-3509769B4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2" y="539006"/>
            <a:ext cx="7773338" cy="832592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 (EDA)</a:t>
            </a:r>
            <a:endParaRPr lang="en-US" sz="2800" b="1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40EDA4B-CE7F-A3D7-4977-DD8A65BE5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2" y="2483549"/>
            <a:ext cx="7773338" cy="1890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Analyzed sales trends across regions and retailers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Compared sales and operating profit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Identified top-performing products and sales methods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Observed monthly and regional sales patterns</a:t>
            </a:r>
          </a:p>
        </p:txBody>
      </p:sp>
    </p:spTree>
    <p:extLst>
      <p:ext uri="{BB962C8B-B14F-4D97-AF65-F5344CB8AC3E}">
        <p14:creationId xmlns:p14="http://schemas.microsoft.com/office/powerpoint/2010/main" val="652743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49608-BC57-82E1-334C-09584FCEB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5D23-2D0A-762E-E143-322DB602C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2" y="539006"/>
            <a:ext cx="7773338" cy="832592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 / Analysis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62448EB-FCF0-F8EB-6FA5-7550443DF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2" y="2252524"/>
            <a:ext cx="7773338" cy="2352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Imported dataset into Power BI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Cleaned data using Power Query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measures and KPIs using DAX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interactive dashboard visualizations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Added slicers, maps, and charts for analysis</a:t>
            </a:r>
          </a:p>
        </p:txBody>
      </p:sp>
    </p:spTree>
    <p:extLst>
      <p:ext uri="{BB962C8B-B14F-4D97-AF65-F5344CB8AC3E}">
        <p14:creationId xmlns:p14="http://schemas.microsoft.com/office/powerpoint/2010/main" val="143450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A2CDB-6DAD-230D-F13B-C6DEEEEF9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EADDC-A132-3905-0EDC-388712E05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2" y="539006"/>
            <a:ext cx="7773338" cy="832592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3B05CF6-6E8F-FD91-F310-4586D71DF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1" y="2483356"/>
            <a:ext cx="7773338" cy="1891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West Gear generated the highest sales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In-store sales method showed maximum contribution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Western region performed strongly in sales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Retailer-wise profit trends were identified</a:t>
            </a:r>
          </a:p>
        </p:txBody>
      </p:sp>
    </p:spTree>
    <p:extLst>
      <p:ext uri="{BB962C8B-B14F-4D97-AF65-F5344CB8AC3E}">
        <p14:creationId xmlns:p14="http://schemas.microsoft.com/office/powerpoint/2010/main" val="3617337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30705-CD76-82DB-BAD3-F809E004C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32A42B4-F0FB-A01A-16D3-40CC4A5DAF73}"/>
              </a:ext>
            </a:extLst>
          </p:cNvPr>
          <p:cNvSpPr txBox="1"/>
          <p:nvPr/>
        </p:nvSpPr>
        <p:spPr>
          <a:xfrm>
            <a:off x="498922" y="5788570"/>
            <a:ext cx="81607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reached 899.9M                  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Men’s Street Footwear had the highest sales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Sales peaked during July and August   • In-store sales contributed the most revenue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D1136E1-57C4-1A1A-48B6-2438EEE40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29" y="146100"/>
            <a:ext cx="7773338" cy="832592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Overview Report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94FF16-6592-D504-0B30-E3A2CBFD9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155" y="877805"/>
            <a:ext cx="7006309" cy="469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601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D012A-F9A2-76E6-8C50-C9B1E79AC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0580743-C7D8-0458-62CB-A49840178C11}"/>
              </a:ext>
            </a:extLst>
          </p:cNvPr>
          <p:cNvSpPr txBox="1"/>
          <p:nvPr/>
        </p:nvSpPr>
        <p:spPr>
          <a:xfrm>
            <a:off x="685329" y="5727051"/>
            <a:ext cx="77733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Footwear products showed strong sales      • Men’s Apparel performed well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Profit varied by product category                  • Some products had higher margins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560B2F2-61E6-DCB8-EA5A-CC190FEE5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29" y="146100"/>
            <a:ext cx="7773338" cy="832592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Performance Report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4305B0-11B3-36F5-B7C8-73AE1858B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93" y="779589"/>
            <a:ext cx="7101810" cy="477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76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2228E-11B9-7EA0-5F83-A2E01502D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B1A40A-A628-ECE1-621F-24AC0806A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099" y="811542"/>
            <a:ext cx="6735797" cy="48053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03BC26-11BB-6128-40E8-40D65C00CFD0}"/>
              </a:ext>
            </a:extLst>
          </p:cNvPr>
          <p:cNvSpPr txBox="1"/>
          <p:nvPr/>
        </p:nvSpPr>
        <p:spPr>
          <a:xfrm>
            <a:off x="1061533" y="5788570"/>
            <a:ext cx="73971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West Gear has highest sales                 • Sales vary across different states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In-store sales contribute the most       • Higher sales lead to better profit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8F1F070-74B6-D0E4-024B-9BF591F01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29" y="146100"/>
            <a:ext cx="7773338" cy="832592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Retailer Performance Report</a:t>
            </a:r>
          </a:p>
        </p:txBody>
      </p:sp>
    </p:spTree>
    <p:extLst>
      <p:ext uri="{BB962C8B-B14F-4D97-AF65-F5344CB8AC3E}">
        <p14:creationId xmlns:p14="http://schemas.microsoft.com/office/powerpoint/2010/main" val="941804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598639"/>
            <a:ext cx="7773338" cy="782899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E0CD740-7C1C-DE9C-C0C5-B013E2A18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1" y="2483356"/>
            <a:ext cx="7773339" cy="1891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more on high-performing retailers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low-performing sales regions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Promote products with higher sales trends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dashboard insights for better decisions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E31B4-1181-0C8C-5B2D-B3EFF72A2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77518-FE00-C722-C3EF-768B44BEA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1" y="598639"/>
            <a:ext cx="7773338" cy="782899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Faced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7F571CC-EC68-F5E0-99AA-1379C43E1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0" y="2483356"/>
            <a:ext cx="7773339" cy="1891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formatting inconsistencies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 large sales data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Aligning dashboard visuals properly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Creating meaningful KPIs and slicers </a:t>
            </a:r>
          </a:p>
        </p:txBody>
      </p:sp>
    </p:spTree>
    <p:extLst>
      <p:ext uri="{BB962C8B-B14F-4D97-AF65-F5344CB8AC3E}">
        <p14:creationId xmlns:p14="http://schemas.microsoft.com/office/powerpoint/2010/main" val="1169653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8C4C5-65B7-B370-FF6E-1D07A6592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485EC-37B3-4470-6E81-8DFFF59B8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1" y="598639"/>
            <a:ext cx="7773338" cy="782899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DF6EFE4-AE2D-53E2-0FA2-8EA7A4182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1" y="2714189"/>
            <a:ext cx="7773338" cy="1429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Successfully created an interactive sales dashboard using Power BI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helps analyze sales, profit, products, and retailers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Visualizations improve business understanding and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532417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CB4E2-5683-3D71-83EC-909721F45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E9073-E3FC-BAFD-297F-6F2BDBFC8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1" y="598639"/>
            <a:ext cx="7773338" cy="782899"/>
          </a:xfrm>
        </p:spPr>
        <p:txBody>
          <a:bodyPr>
            <a:normAutofit/>
          </a:bodyPr>
          <a:lstStyle/>
          <a:p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Scope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AA290FB-0305-9281-9458-BB1310F2B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30" y="2714381"/>
            <a:ext cx="7773339" cy="142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real-time data integration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 advanced forecasting analysis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dashboard interactivity and automation</a:t>
            </a:r>
          </a:p>
        </p:txBody>
      </p:sp>
    </p:spTree>
    <p:extLst>
      <p:ext uri="{BB962C8B-B14F-4D97-AF65-F5344CB8AC3E}">
        <p14:creationId xmlns:p14="http://schemas.microsoft.com/office/powerpoint/2010/main" val="1884486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F2CF5-BBE1-6CFC-060B-F4590B51D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3B45A-87C3-0F2A-0E8E-6FE2623DF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1" y="3037550"/>
            <a:ext cx="7773338" cy="782899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</a:t>
            </a:r>
            <a:endParaRPr lang="en-IN" sz="2800" b="1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23144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443</TotalTime>
  <Words>444</Words>
  <Application>Microsoft Office PowerPoint</Application>
  <PresentationFormat>On-screen Show (4:3)</PresentationFormat>
  <Paragraphs>70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Tw Cen MT</vt:lpstr>
      <vt:lpstr>Droplet</vt:lpstr>
      <vt:lpstr>AEROFIT SALES ANALYSIS POWER BI DASHBOARD</vt:lpstr>
      <vt:lpstr>Objective</vt:lpstr>
      <vt:lpstr>Dataset Overview</vt:lpstr>
      <vt:lpstr>Tools &amp; Technologies</vt:lpstr>
      <vt:lpstr>Data Cleaning &amp; Preprocessing</vt:lpstr>
      <vt:lpstr>Exploratory Data Analysis (EDA)</vt:lpstr>
      <vt:lpstr>Methodology / Analysis</vt:lpstr>
      <vt:lpstr>Key Insights</vt:lpstr>
      <vt:lpstr>Sales Overview Report</vt:lpstr>
      <vt:lpstr>Product Performance Report</vt:lpstr>
      <vt:lpstr>Retailer Performance Report</vt:lpstr>
      <vt:lpstr>Recommendations</vt:lpstr>
      <vt:lpstr>Challenges Faced</vt:lpstr>
      <vt:lpstr>Conclusion</vt:lpstr>
      <vt:lpstr>Future Scope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Ritikaa Mishra</cp:lastModifiedBy>
  <cp:revision>58</cp:revision>
  <dcterms:created xsi:type="dcterms:W3CDTF">2013-01-27T09:14:16Z</dcterms:created>
  <dcterms:modified xsi:type="dcterms:W3CDTF">2026-05-24T09:42:23Z</dcterms:modified>
  <cp:category/>
</cp:coreProperties>
</file>